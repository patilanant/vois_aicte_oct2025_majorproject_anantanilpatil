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6" d="100"/>
          <a:sy n="76" d="100"/>
        </p:scale>
        <p:origin x="850" y="5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[Student Name ]</a:t>
            </a:r>
          </a:p>
          <a:p>
            <a:pPr algn="r"/>
            <a:r>
              <a:rPr lang="en-US" b="0" dirty="0">
                <a:solidFill>
                  <a:schemeClr val="tx1"/>
                </a:solidFill>
              </a:rPr>
              <a:t>[AICTE Internship ID]</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2734786-4DEA-9955-BFF8-FDF1EBB84300}"/>
              </a:ext>
            </a:extLst>
          </p:cNvPr>
          <p:cNvSpPr txBox="1"/>
          <p:nvPr/>
        </p:nvSpPr>
        <p:spPr>
          <a:xfrm>
            <a:off x="1037215" y="1751141"/>
            <a:ext cx="4916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Paste the screen shot of your code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36EB5C4-B334-C562-399B-4AC61818DAC5}"/>
              </a:ext>
            </a:extLst>
          </p:cNvPr>
          <p:cNvSpPr txBox="1"/>
          <p:nvPr/>
        </p:nvSpPr>
        <p:spPr>
          <a:xfrm>
            <a:off x="767807" y="1831964"/>
            <a:ext cx="64522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Add screen shot of graph</a:t>
            </a:r>
          </a:p>
        </p:txBody>
      </p:sp>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2023D69-07AE-2EBE-3CC7-8A1AD6C902BB}"/>
              </a:ext>
            </a:extLst>
          </p:cNvPr>
          <p:cNvSpPr txBox="1"/>
          <p:nvPr/>
        </p:nvSpPr>
        <p:spPr>
          <a:xfrm>
            <a:off x="1297214" y="194128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Paste the screen shot of your code​</a:t>
            </a:r>
          </a:p>
        </p:txBody>
      </p:sp>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t>[Add the working </a:t>
            </a:r>
            <a:r>
              <a:rPr lang="en-US" dirty="0" err="1"/>
              <a:t>url</a:t>
            </a:r>
            <a:r>
              <a:rPr lang="en-US" dirty="0"/>
              <a:t> of your </a:t>
            </a:r>
            <a:r>
              <a:rPr lang="en-US" dirty="0" err="1"/>
              <a:t>github</a:t>
            </a:r>
            <a:r>
              <a:rPr lang="en-US" dirty="0"/>
              <a:t> repository ]  </a:t>
            </a:r>
          </a:p>
          <a:p>
            <a:pPr marL="0" indent="0">
              <a:buNone/>
            </a:pPr>
            <a:endParaRPr lang="en-US" dirty="0"/>
          </a:p>
          <a:p>
            <a:pPr marL="0" indent="0">
              <a:buNone/>
            </a:pPr>
            <a:r>
              <a:rPr lang="en-US" dirty="0"/>
              <a:t>Create </a:t>
            </a:r>
            <a:r>
              <a:rPr lang="en-US" dirty="0" err="1"/>
              <a:t>github</a:t>
            </a:r>
            <a:r>
              <a:rPr lang="en-US" dirty="0"/>
              <a:t> repository with format VOIS_AICTE_Oct2025_MajorProject_YourName  </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1000"/>
                                        <p:tgtEl>
                                          <p:spTgt spid="10">
                                            <p:txEl>
                                              <p:pRg st="2" end="2"/>
                                            </p:txEl>
                                          </p:spTgt>
                                        </p:tgtEl>
                                      </p:cBhvr>
                                    </p:animEffect>
                                    <p:anim calcmode="lin" valueType="num">
                                      <p:cBhvr>
                                        <p:cTn id="2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422496" y="1269585"/>
            <a:ext cx="4275138" cy="477520"/>
          </a:xfrm>
        </p:spPr>
        <p:txBody>
          <a:bodyPr/>
          <a:lstStyle/>
          <a:p>
            <a:pPr marL="0" indent="0">
              <a:buNone/>
            </a:pPr>
            <a:r>
              <a:rPr lang="en-US" dirty="0"/>
              <a:t>[Paste your Certificate Here]</a:t>
            </a:r>
            <a:endParaRPr lang="en-IN" dirty="0"/>
          </a:p>
        </p:txBody>
      </p:sp>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579</TotalTime>
  <Words>406</Words>
  <Application>Microsoft Office PowerPoint</Application>
  <PresentationFormat>Widescreen</PresentationFormat>
  <Paragraphs>48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Anant Patil</cp:lastModifiedBy>
  <cp:revision>117</cp:revision>
  <dcterms:created xsi:type="dcterms:W3CDTF">2021-07-11T13:13:15Z</dcterms:created>
  <dcterms:modified xsi:type="dcterms:W3CDTF">2025-10-18T18:21:01Z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